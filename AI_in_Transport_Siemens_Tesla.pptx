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Transport Systems – Siemens and Tesla Case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Exploring the Role of Artificial Intelligence and IoT in Modern Transportation</a:t>
            </a:r>
          </a:p>
          <a:p/>
          <a:p>
            <a:r>
              <a:t>Presented by: Assistant Professor, CSE Dept.</a:t>
            </a:r>
          </a:p>
          <a:p>
            <a:r>
              <a:t>College Name: [Your College]</a:t>
            </a:r>
          </a:p>
          <a:p>
            <a:r>
              <a:t>Date: [Insert 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Artificial Intelligence in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 (AI) is transforming how vehicles and transport systems operate.</a:t>
            </a:r>
          </a:p>
          <a:p>
            <a:r>
              <a:t>• Enables automation, decision-making, and real-time analysis.</a:t>
            </a:r>
          </a:p>
          <a:p>
            <a:r>
              <a:t>• Used in trains, cars, and public transport for safety, efficiency, and comfort.</a:t>
            </a:r>
          </a:p>
          <a:p>
            <a:r>
              <a:t>• Internet of Things (IoT) connects sensors, cameras, and vehicles to share data.</a:t>
            </a:r>
          </a:p>
          <a:p>
            <a:r>
              <a:t>• Together, AI and IoT drive the future of smart and connected transportation.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Siemens – Company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Founded in 1847, headquartered in Munich, Germany.</a:t>
            </a:r>
          </a:p>
          <a:p>
            <a:r>
              <a:t>• A leader in electrification, automation, and digitalization.</a:t>
            </a:r>
          </a:p>
          <a:p>
            <a:r>
              <a:t>• Major divisions: Energy, Healthcare, Transportation, Industry.</a:t>
            </a:r>
          </a:p>
          <a:p>
            <a:r>
              <a:t>• Siemens Mobility develops railway and transport infrastructure.</a:t>
            </a:r>
          </a:p>
          <a:p>
            <a:r>
              <a:t>• Vision: Intelligent, safe, and sustainable mobility using AI and IoT.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Siemens: AI in Railway Systems and IoT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Siemens uses AI + IoT for smart and connected railway systems.</a:t>
            </a:r>
          </a:p>
          <a:p>
            <a:r>
              <a:t>• Sensors on trains, tracks, and stations collect data like temperature and vibration.</a:t>
            </a:r>
          </a:p>
          <a:p>
            <a:r>
              <a:t>• Data sent to Siemens Mobility Cloud, where AI analyzes it.</a:t>
            </a:r>
          </a:p>
          <a:p>
            <a:r>
              <a:t>• Benefits: reduces delays, improves safety, saves energy.</a:t>
            </a:r>
          </a:p>
          <a:p>
            <a:r>
              <a:t>• Example: Siemens Mobility Cloud connects thousands of trains and stations.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Siemens – Predictive Maintenance with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Predictive maintenance fixes problems before failures occur.</a:t>
            </a:r>
          </a:p>
          <a:p>
            <a:r>
              <a:t>• Sensors monitor train components like wheels, brakes, and engines.</a:t>
            </a:r>
          </a:p>
          <a:p>
            <a:r>
              <a:t>• AI analyzes data to detect unusual patterns and alert teams early.</a:t>
            </a:r>
          </a:p>
          <a:p>
            <a:r>
              <a:t>• Example: Railigent by Siemens – AI-based train health monitoring.</a:t>
            </a:r>
          </a:p>
          <a:p>
            <a:r>
              <a:t>• Benefits: less downtime, lower costs, longer equipment life.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Tesla – Company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Founded in 2003 by Elon Musk and team, HQ in Austin, Texas.</a:t>
            </a:r>
          </a:p>
          <a:p>
            <a:r>
              <a:t>• Known for electric vehicles, clean energy, and AI-driven automation.</a:t>
            </a:r>
          </a:p>
          <a:p>
            <a:r>
              <a:t>• Vision: accelerate world’s transition to sustainable energy.</a:t>
            </a:r>
          </a:p>
          <a:p>
            <a:r>
              <a:t>• Key products: electric cars (Model S, 3, X, Y), Powerwall, Solar Roof.</a:t>
            </a:r>
          </a:p>
          <a:p>
            <a:r>
              <a:t>• Tesla leads in AI-based self-driving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Tesla: Introduction to Self-driving 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Tesla’s Autopilot and Full Self-Driving (FSD) use AI for automated driving.</a:t>
            </a:r>
          </a:p>
          <a:p>
            <a:r>
              <a:t>• Equipped with cameras, radar, ultrasonic sensors, and GPS.</a:t>
            </a:r>
          </a:p>
          <a:p>
            <a:r>
              <a:t>• AI analyzes roads, signs, and obstacles for steering, braking, and lane change.</a:t>
            </a:r>
          </a:p>
          <a:p>
            <a:r>
              <a:t>• Learns through global data from Tesla cars.</a:t>
            </a:r>
          </a:p>
          <a:p>
            <a:r>
              <a:t>• Every car helps train the shared AI network.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Tesla – Neural Networks in Autonomous Driving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Neural networks mimic the human brain for vision and decision-making.</a:t>
            </a:r>
          </a:p>
          <a:p>
            <a:r>
              <a:t>• Tesla’s deep neural networks analyze camera inputs to recognize objects.</a:t>
            </a:r>
          </a:p>
          <a:p>
            <a:r>
              <a:t>• Predicts road behavior and reacts instantly.</a:t>
            </a:r>
          </a:p>
          <a:p>
            <a:r>
              <a:t>• Networks trained using millions of driving videos.</a:t>
            </a:r>
          </a:p>
          <a:p>
            <a:r>
              <a:t>• Tesla updates cars via over-the-air updates to improve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Sensors and Automotive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Sensors: cameras, radar, LiDAR, ultrasonic sensors.</a:t>
            </a:r>
          </a:p>
          <a:p>
            <a:r>
              <a:t>• AI performs sensor fusion – combining data from all sensors.</a:t>
            </a:r>
          </a:p>
          <a:p>
            <a:r>
              <a:t>• Helps in accurate object detection and decision-making.</a:t>
            </a:r>
          </a:p>
          <a:p>
            <a:r>
              <a:t>• Works even in poor weather or low visibility.</a:t>
            </a:r>
          </a:p>
          <a:p>
            <a:r>
              <a:t>• Increases precision and safety.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Dilemmas in Autonomous Vehicles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must make moral choices during accidents.</a:t>
            </a:r>
          </a:p>
          <a:p>
            <a:r>
              <a:t>• Dilemmas: protect passengers or pedestrians?</a:t>
            </a:r>
          </a:p>
          <a:p>
            <a:r>
              <a:t>• Who is responsible if AI makes a mistake?</a:t>
            </a:r>
          </a:p>
          <a:p>
            <a:r>
              <a:t>• Privacy and data use concerns.</a:t>
            </a:r>
          </a:p>
          <a:p>
            <a:r>
              <a:t>• Solutions: AI ethics frameworks, transparency, strict regulations.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Real-Time Processing and Safety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Vehicles must process gigabytes of data every second.</a:t>
            </a:r>
          </a:p>
          <a:p>
            <a:r>
              <a:t>• Delays in data transmission (latency) can cause danger.</a:t>
            </a:r>
          </a:p>
          <a:p>
            <a:r>
              <a:t>• Challenges: hardware limits, overheating, cybersecurity risks.</a:t>
            </a:r>
          </a:p>
          <a:p>
            <a:r>
              <a:t>• Solutions: 5G for low latency, redundant systems, safety standards like ISO 26262.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of AI in Transport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Connected Vehicles (V2V, V2X): vehicles communicate with each other.</a:t>
            </a:r>
          </a:p>
          <a:p>
            <a:r>
              <a:t>• Smart Traffic Control using AI to reduce congestion.</a:t>
            </a:r>
          </a:p>
          <a:p>
            <a:r>
              <a:t>• Electric &amp; autonomous public transport (driverless metros, buses).</a:t>
            </a:r>
          </a:p>
          <a:p>
            <a:r>
              <a:t>• AI in logistics: route optimization and predictive delivery.</a:t>
            </a:r>
          </a:p>
          <a:p>
            <a:r>
              <a:t>• Goal: fully autonomous, safe, and eco-friendly transport.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Innovation Case Studies in Automotive Industry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BMW: AI for production line quality inspection.</a:t>
            </a:r>
          </a:p>
          <a:p>
            <a:r>
              <a:t>• Volvo: AI for driver monitoring and collision avoidance.</a:t>
            </a:r>
          </a:p>
          <a:p>
            <a:r>
              <a:t>• Waymo (Google): self-driving taxis using LiDAR and neural networks.</a:t>
            </a:r>
          </a:p>
          <a:p>
            <a:r>
              <a:t>• Mercedes-Benz: AI voice assistant and navigation system.</a:t>
            </a:r>
          </a:p>
          <a:p>
            <a:r>
              <a:t>• Siemens &amp; Tesla: predictive systems, automation, and mobility innovation.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is revolutionizing transportation worldwide.</a:t>
            </a:r>
          </a:p>
          <a:p>
            <a:r>
              <a:t>• Siemens: AI + IoT for modern railway solutions.</a:t>
            </a:r>
          </a:p>
          <a:p>
            <a:r>
              <a:t>• Tesla: AI + Neural Networks for self-driving vehicles.</a:t>
            </a:r>
          </a:p>
          <a:p>
            <a:r>
              <a:t>• Both focus on safety, sustainability, and efficiency.</a:t>
            </a:r>
          </a:p>
          <a:p>
            <a:r>
              <a:t>• AI is not replacing humans – it’s redefining how we move and connect.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